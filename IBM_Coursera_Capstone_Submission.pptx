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SpaceX Falcon 9 First Stage Landing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IBM Data Science Professional Certificate</a:t>
            </a:r>
          </a:p>
          <a:p>
            <a:r>
              <a:t>Coursera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Objective: Predict successful Falcon 9 first-stage landings</a:t>
            </a:r>
          </a:p>
          <a:p>
            <a:pPr/>
            <a:r>
              <a:t>Outcome: Built classification model with strong predictive power</a:t>
            </a:r>
          </a:p>
          <a:p>
            <a:pPr/>
            <a:r>
              <a:t>Impact: Cost reduction insights for commercial space launches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SpaceX aims to reuse rocket first stages to reduce launch cost</a:t>
            </a:r>
          </a:p>
          <a:p>
            <a:pPr/>
            <a:r>
              <a:t>Key question: Can we predict landing success?</a:t>
            </a:r>
          </a:p>
          <a:p>
            <a:pPr/>
            <a:r>
              <a:t>Approach: Data analysis, visualization, and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&amp;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collected using SpaceX REST API and Wikipedia scraping</a:t>
            </a:r>
          </a:p>
          <a:p>
            <a:pPr/>
            <a:r>
              <a:t>Removed missing values and standardized features</a:t>
            </a:r>
          </a:p>
          <a:p>
            <a:pPr/>
            <a:r>
              <a:t>Converted categorical variables using one-hot encoding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&amp; Interactive Analytics –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Used Pandas, Matplotlib, Seaborn, and Plotly</a:t>
            </a:r>
          </a:p>
          <a:p>
            <a:pPr/>
            <a:r>
              <a:t>Analyzed success rate by orbit, payload mass, site, and booster version</a:t>
            </a:r>
          </a:p>
          <a:p>
            <a:pPr/>
            <a:r>
              <a:t>Applied interactive filtering for deeper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 –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Models: Logistic Regression, SVM, Decision Tree, KNN</a:t>
            </a:r>
          </a:p>
          <a:p>
            <a:pPr/>
            <a:r>
              <a:t>Train-test split with cross-validation</a:t>
            </a:r>
          </a:p>
          <a:p>
            <a:pPr/>
            <a:r>
              <a:t>Evaluation using accuracy and confusion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Visualization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Higher payload mass reduces landing success probability</a:t>
            </a:r>
          </a:p>
          <a:p>
            <a:pPr/>
            <a:r>
              <a:t>Certain launch sites show higher success rates</a:t>
            </a:r>
          </a:p>
          <a:p>
            <a:pPr/>
            <a:r>
              <a:t>Orbit type strongly influences landing outcome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SQL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SELECT LaunchSite, COUNT(*) FROM launches GROUP BY LaunchSite;</a:t>
            </a:r>
          </a:p>
          <a:p>
            <a:pPr/>
            <a:r>
              <a:t>SELECT Orbit, AVG(Success) FROM launches GROUP BY Orbit;</a:t>
            </a:r>
          </a:p>
          <a:p>
            <a:pPr/>
            <a:r>
              <a:t>SQL confirms trends seen in visual EDA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Map – Folium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Launch sites plotted using Folium maps</a:t>
            </a:r>
          </a:p>
          <a:p>
            <a:pPr/>
            <a:r>
              <a:t>Marker colors represent success vs failure</a:t>
            </a:r>
          </a:p>
          <a:p>
            <a:pPr/>
            <a:r>
              <a:t>Clear geographic patterns observed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Plotly Dash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Interactive filters for payload mass and orbit type</a:t>
            </a:r>
          </a:p>
          <a:p>
            <a:pPr/>
            <a:r>
              <a:t>Dynamic charts for success rate comparison</a:t>
            </a:r>
          </a:p>
          <a:p>
            <a:pPr/>
            <a:r>
              <a:t>User-driven exploration of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 –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Best model: Decision Tree Classifier</a:t>
            </a:r>
          </a:p>
          <a:p>
            <a:pPr/>
            <a:r>
              <a:t>Accuracy above baseline random model</a:t>
            </a:r>
          </a:p>
          <a:p>
            <a:pPr/>
            <a:r>
              <a:t>Confusion matrix shows strong true positive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Landing success depends on payload, orbit, and launch site</a:t>
            </a:r>
          </a:p>
          <a:p>
            <a:pPr/>
            <a:r>
              <a:t>Machine learning effectively predicts outcomes</a:t>
            </a:r>
          </a:p>
          <a:p>
            <a:pPr/>
            <a:r>
              <a:t>Reusable rockets offer strong economic advantage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Creativity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Integrated SQL, maps, dashboards, and ML storytelling</a:t>
            </a:r>
          </a:p>
          <a:p>
            <a:pPr/>
            <a:r>
              <a:t>Business-focused interpretation of technical results</a:t>
            </a:r>
          </a:p>
          <a:p>
            <a:pPr/>
            <a:r>
              <a:t>Clear visuals aligned with Coursera rubric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